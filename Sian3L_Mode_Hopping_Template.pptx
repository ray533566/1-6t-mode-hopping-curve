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6615" r:id="rId2"/>
    <p:sldId id="6920" r:id="rId3"/>
    <p:sldId id="6909" r:id="rId4"/>
    <p:sldId id="692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41CDE-1903-42D9-BE64-2C7487C4451D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CCF68-8D7F-4D8B-AF0B-A302183EC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3C24FF-0F44-433C-94F3-15F9DB2D21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628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3C24FF-0F44-433C-94F3-15F9DB2D21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40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89C6-A46A-43B8-8358-C2944E5BE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1BC37-99A7-43C7-97D9-DE2FE8D08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10E2-43A0-400A-8A37-438CC547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89E5-CED8-4FFD-842F-07D25CEE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D8C99-90AC-4407-B4A9-53AC240C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BA2F3-7D41-4A67-A466-16A538C8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58E1-BD74-4586-AEED-010279F3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638E5-C352-47DD-A5ED-91052B4F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6311-2ADF-4D79-927F-704B9D435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81C7D-A851-48ED-BC47-D1B7DF80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9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1BCB-0A0E-4B41-B47A-DF1E002A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678A2-03EA-4DE8-94EE-ACA4C5495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EB84D-9B22-417B-BB34-C0203106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068CF-2AD3-4112-9E82-E99965F6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EBDB-282A-46AA-B6A3-7CC22BC2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B2E5-F15B-4CCF-8E08-E6D8FDDF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949FD-E67B-4E61-A001-05F2B7639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D67DB-8AD9-4CC3-A00D-355A40640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8A9A6-E7B8-4799-A222-49D110A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97632-FB4C-4717-B31E-A96036C5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4CEDE-3860-449D-BB32-C5F16F20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1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05DE-FE3F-4C8B-A62A-66892257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FCB4D-5AC8-4B0F-811B-627FD26A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2E975-AF19-432F-A941-A2EE721FC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5FCD4-3CBB-45B4-A33B-7E8904994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03812-CF5A-47F6-9256-BC4054414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BAEEA-E169-4352-8A1F-E6C4A183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6B2FD-50C9-4F2F-A930-10FA2933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2C821-DF46-48C1-A140-76A498F5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48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AEFA-D478-4367-BC48-FBBA523B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FAB3D-F318-4F82-831B-5B6E3409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B2F1B-423D-4FE9-8F8C-56A8DD4D0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5C891-BD49-4D8D-B4B7-C60FBE1A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2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CBEAC-0A98-4CEA-A7C3-9EB834F88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8002B-296C-49A2-B87A-A776CED5F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46D7C-D443-4737-8ACE-781B9827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3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A6A1-A75A-4655-8555-F340F102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9D374-85D9-4E42-8F28-B5A1341B4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1117C-7D0B-4772-8DB3-5DD1A9358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6FC10-1E7C-4037-AF69-15E0E59B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F3BFA-4E6E-40AC-B45A-FC9476AF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BF1E3-C7D1-454E-AFE1-9DE99779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6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26C6-DB48-4F2D-B5BD-050ED88C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55D56-DD2C-48E6-9B7D-119747E32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D0810-302A-49E3-A551-130404340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95278-EFC3-452F-B5E4-7CA17DEA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0F09-26BB-45C1-B3FF-99311FD9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9B091-BBE7-4401-AF40-71FF50EA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39DB-B272-4604-938F-65BEFBD2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28EB0-E533-4F01-8CC2-2F04A7E64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A3DD-5276-43E2-9A6A-2BC22A40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ADC7-4445-4506-957F-AE9900B6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B43A8-0E5A-436B-836B-012723E9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7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FCD053-42C1-407D-8C10-32B86D08D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5A987-424C-476C-9FE6-C55F61467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216C-B4AA-4BDD-9FBD-1C6382CF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8BB84-CEEC-40EE-8DE3-4C7727DA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CF025-3D62-4D0D-9B3D-ECF898B8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77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9560-774F-136C-77B2-D01CAC492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569" y="768351"/>
            <a:ext cx="8724695" cy="583020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200" b="1" cap="none" baseline="0">
                <a:solidFill>
                  <a:srgbClr val="5C468E"/>
                </a:solidFill>
                <a:latin typeface="+mn-lt"/>
              </a:defRPr>
            </a:lvl1pPr>
          </a:lstStyle>
          <a:p>
            <a:r>
              <a:rPr lang="en-US" dirty="0"/>
              <a:t>Text Placeholder Text Placeholder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035CC-A50C-AC14-0A97-74237A1E1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69" y="1826311"/>
            <a:ext cx="5528341" cy="466350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spcBef>
                <a:spcPts val="200"/>
              </a:spcBef>
              <a:spcAft>
                <a:spcPts val="200"/>
              </a:spcAft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5E568-5117-BDE7-25C2-94054D9A1461}"/>
              </a:ext>
            </a:extLst>
          </p:cNvPr>
          <p:cNvSpPr/>
          <p:nvPr userDrawn="1"/>
        </p:nvSpPr>
        <p:spPr>
          <a:xfrm>
            <a:off x="0" y="0"/>
            <a:ext cx="12191999" cy="768350"/>
          </a:xfrm>
          <a:prstGeom prst="rect">
            <a:avLst/>
          </a:prstGeom>
          <a:solidFill>
            <a:srgbClr val="5C46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6BF2CC-9D3F-2C92-5E9D-AEDA6BFA01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15836" y="1826310"/>
            <a:ext cx="5528341" cy="466350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spcBef>
                <a:spcPts val="200"/>
              </a:spcBef>
              <a:spcAft>
                <a:spcPts val="200"/>
              </a:spcAft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spcBef>
                <a:spcPts val="200"/>
              </a:spcBef>
              <a:spcAft>
                <a:spcPts val="20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spcBef>
                <a:spcPts val="200"/>
              </a:spcBef>
              <a:spcAft>
                <a:spcPts val="200"/>
              </a:spcAft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pic>
        <p:nvPicPr>
          <p:cNvPr id="9" name="Picture 8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2A2DBDB8-0B04-546A-4268-B939D9EB2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3175" y="194981"/>
            <a:ext cx="721696" cy="34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urple">
    <p:bg>
      <p:bgPr>
        <a:solidFill>
          <a:srgbClr val="5C46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49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15F09-4F79-4DA1-AE92-11CBF7EE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5CAE7-3279-48F2-B61B-A87607CCE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AD150-EADC-4EEE-9F44-3C168DAB7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7AD3C-5991-444A-9516-7833FE49586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C21E6-F407-4C63-88AB-81111756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6D202-2AF4-44EA-87AC-1F24055D2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BE2F-F548-420F-ADD6-166BCC27B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2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070462-F47C-692E-CDE1-37D3BCC1681C}"/>
              </a:ext>
            </a:extLst>
          </p:cNvPr>
          <p:cNvSpPr txBox="1"/>
          <p:nvPr/>
        </p:nvSpPr>
        <p:spPr>
          <a:xfrm>
            <a:off x="1058188" y="2931040"/>
            <a:ext cx="10381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1.6T Sian3L LRO Mode Hopping Test </a:t>
            </a:r>
            <a:r>
              <a:rPr lang="en-US" altLang="zh-TW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 </a:t>
            </a:r>
          </a:p>
        </p:txBody>
      </p:sp>
      <p:pic>
        <p:nvPicPr>
          <p:cNvPr id="4" name="Picture 3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44DD9FFC-788D-7135-02C9-3F8F734FDD0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66" y="1451554"/>
            <a:ext cx="1860623" cy="893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DD995E-D2C7-D7FD-D75E-3F448F45A5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088"/>
          <a:stretch/>
        </p:blipFill>
        <p:spPr>
          <a:xfrm>
            <a:off x="6715711" y="0"/>
            <a:ext cx="555542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47287" y="6040108"/>
            <a:ext cx="1743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</a:rPr>
              <a:t>202</a:t>
            </a:r>
            <a:r>
              <a:rPr lang="en-US" altLang="zh-TW" sz="2000" b="1" dirty="0">
                <a:solidFill>
                  <a:schemeClr val="bg1"/>
                </a:solidFill>
              </a:rPr>
              <a:t>6</a:t>
            </a:r>
            <a:r>
              <a:rPr lang="en-US" altLang="zh-CN" sz="2000" b="1" dirty="0">
                <a:solidFill>
                  <a:schemeClr val="bg1"/>
                </a:solidFill>
              </a:rPr>
              <a:t>/1</a:t>
            </a:r>
            <a:r>
              <a:rPr lang="en-US" altLang="zh-TW" sz="2000" b="1" dirty="0">
                <a:solidFill>
                  <a:schemeClr val="bg1"/>
                </a:solidFill>
              </a:rPr>
              <a:t>0/22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41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77D5B0-E448-4894-80AA-3023984B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569" y="768350"/>
            <a:ext cx="10983991" cy="456010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Purpose:</a:t>
            </a:r>
            <a:br>
              <a:rPr lang="en-US" altLang="zh-TW" sz="3600" dirty="0"/>
            </a:br>
            <a:r>
              <a:rPr lang="en-US" altLang="zh-TW" sz="3600" dirty="0"/>
              <a:t>Test Condition: </a:t>
            </a:r>
            <a:br>
              <a:rPr lang="en-US" altLang="zh-TW" sz="3600" dirty="0"/>
            </a:br>
            <a:r>
              <a:rPr lang="en-US" sz="3600" dirty="0"/>
              <a:t>Conclusion: </a:t>
            </a:r>
            <a:br>
              <a:rPr lang="en-US" altLang="zh-TW" sz="3600" dirty="0"/>
            </a:br>
            <a:r>
              <a:rPr lang="en-US" altLang="zh-TW" dirty="0"/>
              <a:t>     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E36C27F0-38E5-4E8C-B2B5-7C0ACE0CE9A1}"/>
              </a:ext>
            </a:extLst>
          </p:cNvPr>
          <p:cNvSpPr txBox="1">
            <a:spLocks/>
          </p:cNvSpPr>
          <p:nvPr/>
        </p:nvSpPr>
        <p:spPr>
          <a:xfrm>
            <a:off x="181741" y="100100"/>
            <a:ext cx="11221947" cy="583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rgbClr val="5C468E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TW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7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7FB24A86-FDAB-49DF-BB18-4FDB3EE5BF89}"/>
              </a:ext>
            </a:extLst>
          </p:cNvPr>
          <p:cNvSpPr txBox="1">
            <a:spLocks/>
          </p:cNvSpPr>
          <p:nvPr/>
        </p:nvSpPr>
        <p:spPr>
          <a:xfrm>
            <a:off x="181741" y="100100"/>
            <a:ext cx="11221947" cy="583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rgbClr val="5C468E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A3_Operational &amp; Maximum Wavelength and </a:t>
            </a:r>
            <a:r>
              <a:rPr lang="en-US" altLang="zh-C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TxP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D765B-3A72-49E9-944B-6C21D5DEABC2}"/>
              </a:ext>
            </a:extLst>
          </p:cNvPr>
          <p:cNvSpPr txBox="1"/>
          <p:nvPr/>
        </p:nvSpPr>
        <p:spPr>
          <a:xfrm>
            <a:off x="10154194" y="3467398"/>
            <a:ext cx="1907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A7D496-FD6C-471F-9139-089275AD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69" y="1142498"/>
            <a:ext cx="4598670" cy="2257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6D4A2-E102-4982-8E99-79CC14349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104" y="1133250"/>
            <a:ext cx="4555756" cy="2257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F4FFB3-EAD8-416F-91A9-6A280DE28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069" y="3836730"/>
            <a:ext cx="4598670" cy="2257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A8E785-898C-4C88-9DBF-72116ABA1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36730"/>
            <a:ext cx="4536652" cy="2280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923593-695A-4616-AA30-8FC76C8CB77D}"/>
              </a:ext>
            </a:extLst>
          </p:cNvPr>
          <p:cNvSpPr txBox="1"/>
          <p:nvPr/>
        </p:nvSpPr>
        <p:spPr>
          <a:xfrm>
            <a:off x="1065069" y="6278748"/>
            <a:ext cx="851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187069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7FB24A86-FDAB-49DF-BB18-4FDB3EE5BF89}"/>
              </a:ext>
            </a:extLst>
          </p:cNvPr>
          <p:cNvSpPr txBox="1">
            <a:spLocks/>
          </p:cNvSpPr>
          <p:nvPr/>
        </p:nvSpPr>
        <p:spPr>
          <a:xfrm>
            <a:off x="181741" y="100100"/>
            <a:ext cx="11221947" cy="5830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 cap="none" baseline="0">
                <a:solidFill>
                  <a:srgbClr val="5C468E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A3_ Operational &amp; Maximum </a:t>
            </a:r>
            <a:r>
              <a:rPr lang="en-US" altLang="zh-CN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dWL</a:t>
            </a: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/dT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D765B-3A72-49E9-944B-6C21D5DEABC2}"/>
              </a:ext>
            </a:extLst>
          </p:cNvPr>
          <p:cNvSpPr txBox="1"/>
          <p:nvPr/>
        </p:nvSpPr>
        <p:spPr>
          <a:xfrm>
            <a:off x="10154194" y="3467398"/>
            <a:ext cx="1907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9CD0CC-36C2-430F-9261-44C214ABC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070" y="3902143"/>
            <a:ext cx="4598670" cy="2272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173E91-0C8C-4B6B-9B84-44DD80231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516" y="3875127"/>
            <a:ext cx="4536652" cy="2299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268F5C-1305-4964-A129-23E81EB11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070" y="1156263"/>
            <a:ext cx="4598670" cy="22727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2ECE3E-A78A-467D-A440-6210D92EE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516" y="1156263"/>
            <a:ext cx="4536652" cy="2272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2D0561-3FB2-4D44-824F-6B7463085A8A}"/>
              </a:ext>
            </a:extLst>
          </p:cNvPr>
          <p:cNvSpPr txBox="1"/>
          <p:nvPr/>
        </p:nvSpPr>
        <p:spPr>
          <a:xfrm>
            <a:off x="1065069" y="6278748"/>
            <a:ext cx="8519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Conclusion:</a:t>
            </a:r>
          </a:p>
        </p:txBody>
      </p:sp>
    </p:spTree>
    <p:extLst>
      <p:ext uri="{BB962C8B-B14F-4D97-AF65-F5344CB8AC3E}">
        <p14:creationId xmlns:p14="http://schemas.microsoft.com/office/powerpoint/2010/main" val="1255069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</Words>
  <Application>Microsoft Office PowerPoint</Application>
  <PresentationFormat>Widescreen</PresentationFormat>
  <Paragraphs>10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新細明體</vt:lpstr>
      <vt:lpstr>Arial</vt:lpstr>
      <vt:lpstr>Calibri</vt:lpstr>
      <vt:lpstr>Calibri Light</vt:lpstr>
      <vt:lpstr>Office Theme</vt:lpstr>
      <vt:lpstr>PowerPoint Presentation</vt:lpstr>
      <vt:lpstr>Purpose: Test Condition:  Conclusion:     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 Chen (陳瑞祥)</dc:creator>
  <cp:lastModifiedBy>Ray Chen (陳瑞祥)</cp:lastModifiedBy>
  <cp:revision>2</cp:revision>
  <dcterms:created xsi:type="dcterms:W3CDTF">2026-10-24T08:46:01Z</dcterms:created>
  <dcterms:modified xsi:type="dcterms:W3CDTF">2026-10-24T08:47:31Z</dcterms:modified>
</cp:coreProperties>
</file>